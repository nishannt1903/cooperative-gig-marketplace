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google/O3gDNxzfHc5cqbsr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668440" y="1863466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612798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1507" y="1261598"/>
            <a:ext cx="815395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ID:-SIH26089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Title:- COOPRATIVE GIG MARKETPLACE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Theme:- AGRICULTURE ,FOODTECH &amp; RURAL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Category:-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ID:- 49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Name:- HACK-X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54200" y="1749961"/>
            <a:ext cx="12191999" cy="4862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IN" sz="2000" dirty="0"/>
              <a:t>Our proposed solution is a simple web-based Community Service Marketplace that connects people who need help with people who can provide help.</a:t>
            </a:r>
          </a:p>
          <a:p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b="1" dirty="0"/>
              <a:t>Post Request</a:t>
            </a:r>
            <a:r>
              <a:rPr lang="en-IN" sz="2000" dirty="0"/>
              <a:t> – Users can post household or community service requests.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b="1" dirty="0"/>
              <a:t>Browse Requests</a:t>
            </a:r>
            <a:r>
              <a:rPr lang="en-IN" sz="2000" dirty="0"/>
              <a:t> – Others can view available requests and their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Accept Request</a:t>
            </a:r>
            <a:r>
              <a:rPr lang="en-IN" sz="2000" dirty="0"/>
              <a:t> – Interested users can accept suitable requests.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Complete Request</a:t>
            </a:r>
            <a:r>
              <a:rPr lang="en-IN" sz="2000" dirty="0"/>
              <a:t> – Accepted requests can be marked as completed.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b="1" dirty="0"/>
              <a:t>Simple Rating System</a:t>
            </a:r>
            <a:r>
              <a:rPr lang="en-IN" sz="2000" dirty="0"/>
              <a:t> – Users can rate their experience from 1 to 5 stars</a:t>
            </a:r>
          </a:p>
          <a:p>
            <a:endParaRPr lang="en-US" sz="14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279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HACK-X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517914"/>
            <a:ext cx="938530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lang="en-IN" sz="2800" b="1" dirty="0"/>
              <a:t>Frontend:</a:t>
            </a:r>
            <a:r>
              <a:rPr lang="en-IN" sz="2800" dirty="0"/>
              <a:t> HTML, CSS, JavaScript &amp; Bootstrap</a:t>
            </a:r>
          </a:p>
          <a:p>
            <a:pPr lvl="0"/>
            <a:r>
              <a:rPr lang="en-IN" sz="2800" b="1" dirty="0"/>
              <a:t>Backend:</a:t>
            </a:r>
            <a:r>
              <a:rPr lang="en-IN" sz="2800" dirty="0"/>
              <a:t> Node.js &amp; Express.js</a:t>
            </a:r>
          </a:p>
          <a:p>
            <a:pPr lvl="0"/>
            <a:r>
              <a:rPr lang="en-IN" sz="2800" b="1" dirty="0"/>
              <a:t>Communication: </a:t>
            </a:r>
            <a:r>
              <a:rPr lang="en-IN" sz="2800" dirty="0"/>
              <a:t>REST API using HTTP &amp; JSON</a:t>
            </a:r>
          </a:p>
          <a:p>
            <a:pPr lvl="0"/>
            <a:r>
              <a:rPr lang="en-IN" sz="2800" b="1" dirty="0"/>
              <a:t>Authentication:</a:t>
            </a:r>
            <a:r>
              <a:rPr lang="en-IN" sz="2800" dirty="0"/>
              <a:t> Role-based login — Provider / Accepter</a:t>
            </a:r>
          </a:p>
          <a:p>
            <a:pPr lvl="0"/>
            <a:r>
              <a:rPr lang="en-IN" sz="2800" b="1" dirty="0"/>
              <a:t>Gig Management</a:t>
            </a:r>
            <a:r>
              <a:rPr lang="en-IN" sz="2800" dirty="0"/>
              <a:t>: Post → Search → Accept → Complete</a:t>
            </a:r>
          </a:p>
          <a:p>
            <a:pPr lvl="0"/>
            <a:r>
              <a:rPr lang="en-IN" sz="2800" b="1" dirty="0"/>
              <a:t>Search:</a:t>
            </a:r>
            <a:r>
              <a:rPr lang="en-IN" sz="2800" dirty="0"/>
              <a:t> Title, category, description &amp; location</a:t>
            </a:r>
          </a:p>
          <a:p>
            <a:pPr lvl="0"/>
            <a:r>
              <a:rPr lang="en-IN" sz="2800" b="1" dirty="0"/>
              <a:t>Rating:</a:t>
            </a:r>
            <a:r>
              <a:rPr lang="en-IN" sz="2800" dirty="0"/>
              <a:t> 1–5  rating with written review</a:t>
            </a:r>
          </a:p>
          <a:p>
            <a:pPr lvl="0"/>
            <a:r>
              <a:rPr lang="en-IN" sz="2800" b="1" dirty="0"/>
              <a:t>Data Storage: </a:t>
            </a:r>
            <a:r>
              <a:rPr lang="en-IN" sz="2800" dirty="0"/>
              <a:t>In-memory JavaScript arrays for MVP</a:t>
            </a:r>
          </a:p>
          <a:p>
            <a:pPr lvl="0"/>
            <a:r>
              <a:rPr lang="en-IN" sz="2800" b="1" dirty="0"/>
              <a:t>Networking:</a:t>
            </a:r>
            <a:r>
              <a:rPr lang="en-IN" sz="2800" dirty="0"/>
              <a:t> Frontend and backend connected over local network</a:t>
            </a:r>
          </a:p>
          <a:p>
            <a:pPr lvl="0"/>
            <a:r>
              <a:rPr lang="en-IN" sz="2800" b="1" dirty="0"/>
              <a:t>Version Control: </a:t>
            </a:r>
            <a:r>
              <a:rPr lang="en-IN" sz="2800" dirty="0"/>
              <a:t>Git &amp; GitHub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482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HACK-X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09219"/>
            <a:ext cx="938530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Feasibility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Low-cost &amp; easy to implement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Uses free, common technologies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Quick and technically achievable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Viability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Solves a real gig-marketplace need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Simple Provider &amp; Accepter workflow</a:t>
            </a:r>
          </a:p>
          <a:p>
            <a:pPr marL="457200" lvl="0" indent="-457200" algn="just"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Scalable for future features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872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HACK-X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Creates local employment opportunities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Connects providers with skilled workers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Easy and fast gig discovery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Builds trust through ratings &amp; reviews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Improves transparency and communication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Supports the local gig economy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888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HACK-X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28440" y="2925762"/>
            <a:ext cx="93853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Chatgpt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https://share.google/O3gDNxzfHc5cqbsrk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758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HACK-X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7527</TotalTime>
  <Words>324</Words>
  <Application>Microsoft Office PowerPoint</Application>
  <PresentationFormat>Widescreen</PresentationFormat>
  <Paragraphs>77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Vivek Savarkar</cp:lastModifiedBy>
  <cp:revision>150</cp:revision>
  <dcterms:created xsi:type="dcterms:W3CDTF">2013-12-12T18:46:50Z</dcterms:created>
  <dcterms:modified xsi:type="dcterms:W3CDTF">2026-09-03T10:06:26Z</dcterms:modified>
  <cp:category/>
</cp:coreProperties>
</file>